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40CD91"/>
                </a:solidFill>
                <a:latin typeface="Aptos"/>
              </a:defRPr>
            </a:pPr>
            <a:r>
              <a:t>COMPETITION PROJECT  •  GEOAI + LOCAL LLM + LIVE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69848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4F8F7"/>
                </a:solidFill>
                <a:latin typeface="Aptos"/>
              </a:defRPr>
            </a:pPr>
            <a:r>
              <a:t>Go outdoors.</a:t>
            </a:r>
          </a:p>
          <a:p>
            <a:pPr>
              <a:spcAft>
                <a:spcPts val="700"/>
              </a:spcAft>
              <a:defRPr sz="3400" b="1">
                <a:solidFill>
                  <a:srgbClr val="F4F8F7"/>
                </a:solidFill>
                <a:latin typeface="Aptos"/>
              </a:defRPr>
            </a:pPr>
            <a:r>
              <a:t>Choose with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6148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B1F5DA"/>
                </a:solidFill>
                <a:latin typeface="Aptos"/>
              </a:defRPr>
            </a:pPr>
            <a:r>
              <a:t>A location-aware assistant that helps people decide WHERE and WHEN to do an outdoor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858768"/>
            <a:ext cx="3456432" cy="150876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59"/>
            <a:ext cx="305409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59"/>
            <a:ext cx="3054096" cy="749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Weather, air quality, travel time and place discovery live in separate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3858768"/>
            <a:ext cx="3456432" cy="150876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023359"/>
            <a:ext cx="305409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THE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80559"/>
            <a:ext cx="3054096" cy="749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Ask in natural language; combine the request with public geospatial and forecast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3858768"/>
            <a:ext cx="3456432" cy="150876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023359"/>
            <a:ext cx="305409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THE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480559"/>
            <a:ext cx="3054096" cy="749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Rank place-and-time options with transparent, application-side heuristics.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4476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CF66"/>
                </a:solidFill>
                <a:latin typeface="Aptos"/>
              </a:defRPr>
            </a:pPr>
            <a:r>
              <a:t>Prototype status: local model + FastAPI app; stable public deployment is not yet complete.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519672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B1C4C7"/>
                </a:solidFill>
                <a:latin typeface="Aptos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0CD91"/>
                </a:solidFill>
                <a:latin typeface="Aptos"/>
              </a:defRPr>
            </a:pPr>
            <a:r>
              <a:t>GEOAI OUTDOOR ASSISTANT   /   02   • 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4F8F7"/>
                </a:solidFill>
                <a:latin typeface="Aptos"/>
              </a:defRPr>
            </a:pPr>
            <a:r>
              <a:t>A small language model, grounded by live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01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4C7"/>
                </a:solidFill>
                <a:latin typeface="Aptos"/>
              </a:defRPr>
            </a:pPr>
            <a:r>
              <a:t>The LLM extracts intent; ordinary application code retrieves and ranks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719072" cy="224028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21992"/>
            <a:ext cx="13167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1 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9192"/>
            <a:ext cx="1316736" cy="1481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“Where can I run tomorrow evening near Powai?”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864" y="2889504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40C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57400"/>
            <a:ext cx="1719072" cy="224028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2221992"/>
            <a:ext cx="13167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2 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679192"/>
            <a:ext cx="1316736" cy="1481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POST /recommend</a:t>
            </a:r>
          </a:p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Validate request + radius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889504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40C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057400"/>
            <a:ext cx="1719072" cy="224028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2221992"/>
            <a:ext cx="13167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F66"/>
                </a:solidFill>
                <a:latin typeface="Aptos"/>
              </a:defRPr>
            </a:pPr>
            <a:r>
              <a:t>3  LOCAL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679192"/>
            <a:ext cx="1316736" cy="1481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Qwen3-1.7B</a:t>
            </a:r>
          </a:p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via llama.cpp</a:t>
            </a:r>
          </a:p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Extract activity, place,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2889504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40C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057400"/>
            <a:ext cx="1719072" cy="224028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221992"/>
            <a:ext cx="13167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4  DATA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679192"/>
            <a:ext cx="1316736" cy="1481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OpenStreetMap</a:t>
            </a:r>
          </a:p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Open-Meteo weather + AQ</a:t>
            </a:r>
          </a:p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OSRM route estimate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889504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40C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057400"/>
            <a:ext cx="1719072" cy="224028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2408" y="2221992"/>
            <a:ext cx="13167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5  RANK + RESPOND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2679192"/>
            <a:ext cx="1316736" cy="1481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Heuristic score</a:t>
            </a:r>
          </a:p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Return options + context</a:t>
            </a:r>
          </a:p>
          <a:p>
            <a:pPr>
              <a:spcAft>
                <a:spcPts val="700"/>
              </a:spcAft>
              <a:defRPr sz="1200" b="0">
                <a:solidFill>
                  <a:srgbClr val="F4F8F7"/>
                </a:solidFill>
                <a:latin typeface="Aptos"/>
              </a:defRPr>
            </a:pPr>
            <a:r>
              <a:t>Ask if key details missing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36592"/>
            <a:ext cx="5212080" cy="105156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901183"/>
            <a:ext cx="480974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SEPARATION OF RESPONSIBILITIES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358383"/>
            <a:ext cx="4809744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4F8F7"/>
                </a:solidFill>
                <a:latin typeface="Aptos"/>
              </a:defRPr>
            </a:pPr>
            <a:r>
              <a:t>Model parses intent; code fetches external facts and calculates rankings.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736592"/>
            <a:ext cx="5212080" cy="105156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901183"/>
            <a:ext cx="480974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F66"/>
                </a:solidFill>
                <a:latin typeface="Aptos"/>
              </a:defRPr>
            </a:pPr>
            <a:r>
              <a:t>DEPLOYMENT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58383"/>
            <a:ext cx="4809744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4F8F7"/>
                </a:solidFill>
                <a:latin typeface="Aptos"/>
              </a:defRPr>
            </a:pPr>
            <a:r>
              <a:t>Containerized local stack; public always-on judging endpoint is still pending.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99632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1C4C7"/>
                </a:solidFill>
                <a:latin typeface="Aptos"/>
              </a:defRPr>
            </a:pPr>
            <a:r>
              <a:t>Data providers: OpenStreetMap / Nominatim / Overpass • Open-Meteo • OSRM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19672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B1C4C7"/>
                </a:solidFill>
                <a:latin typeface="Aptos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0CD91"/>
                </a:solidFill>
                <a:latin typeface="Aptos"/>
              </a:defRPr>
            </a:pPr>
            <a:r>
              <a:t>GEOAI OUTDOOR ASSISTANT   /   03   •  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4F8F7"/>
                </a:solidFill>
                <a:latin typeface="Aptos"/>
              </a:defRPr>
            </a:pPr>
            <a:r>
              <a:t>From a question to an outdoor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01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4C7"/>
                </a:solidFill>
                <a:latin typeface="Aptos"/>
              </a:defRPr>
            </a:pPr>
            <a:r>
              <a:t>Illustrative request flow — example wording, not a claimed live test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657600" cy="123444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84832"/>
            <a:ext cx="325526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USER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325526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4F8F7"/>
                </a:solidFill>
                <a:latin typeface="Aptos"/>
              </a:defRPr>
            </a:pPr>
            <a:r>
              <a:t>“Where can I go running tomorrow evening near Powai?”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2971800" cy="123444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084832"/>
            <a:ext cx="256946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INTENT EXTRACTED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542032"/>
            <a:ext cx="256946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Activity: running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Area: Powai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Time: tomorrow evening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920240"/>
            <a:ext cx="3657600" cy="123444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2084832"/>
            <a:ext cx="325526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LIVE LOOKUPS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542032"/>
            <a:ext cx="325526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Nearby mapped places + forecast weather + air quality + route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331720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40C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331720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40C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94760"/>
            <a:ext cx="3429000" cy="132588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959352"/>
            <a:ext cx="302666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1 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416552"/>
            <a:ext cx="302666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Keep candidate places that fit the activity, area and radius.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94760"/>
            <a:ext cx="3429000" cy="132588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959352"/>
            <a:ext cx="302666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2 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416552"/>
            <a:ext cx="302666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Use a documented heuristic to compare forecast, air quality and route burden.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794760"/>
            <a:ext cx="3429000" cy="132588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959352"/>
            <a:ext cx="302666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3  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416552"/>
            <a:ext cx="302666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Return ranked options and relevant context; clarify if location or time is missing.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CF66"/>
                </a:solidFill>
                <a:latin typeface="Aptos"/>
              </a:defRPr>
            </a:pPr>
            <a:r>
              <a:t>A recommendation is guidance—not a guarantee of venue access, current conditions or personal safety.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19672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B1C4C7"/>
                </a:solidFill>
                <a:latin typeface="Aptos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0CD91"/>
                </a:solidFill>
                <a:latin typeface="Aptos"/>
              </a:defRPr>
            </a:pPr>
            <a:r>
              <a:t>GEOAI OUTDOOR ASSISTANT   /   04   •   MODEL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4F8F7"/>
                </a:solidFill>
                <a:latin typeface="Aptos"/>
              </a:defRPr>
            </a:pPr>
            <a:r>
              <a:t>Use the model for language; use code for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01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4C7"/>
                </a:solidFill>
                <a:latin typeface="Aptos"/>
              </a:defRPr>
            </a:pPr>
            <a:r>
              <a:t>The project is an application built around a public base model—not a newly trained foundation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520440" cy="192024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311810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BASE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96312"/>
            <a:ext cx="3118104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4F8F7"/>
                </a:solidFill>
                <a:latin typeface="Aptos"/>
              </a:defRPr>
            </a:pPr>
            <a:r>
              <a:t>Qwen/Qwen3-1.7B</a:t>
            </a:r>
          </a:p>
          <a:p>
            <a:pPr>
              <a:spcAft>
                <a:spcPts val="700"/>
              </a:spcAft>
              <a:defRPr sz="1500" b="0">
                <a:solidFill>
                  <a:srgbClr val="F4F8F7"/>
                </a:solidFill>
                <a:latin typeface="Aptos"/>
              </a:defRPr>
            </a:pPr>
            <a:r>
              <a:t>Instruction-capable small LLM</a:t>
            </a:r>
          </a:p>
          <a:p>
            <a:pPr>
              <a:spcAft>
                <a:spcPts val="700"/>
              </a:spcAft>
              <a:defRPr sz="1500" b="0">
                <a:solidFill>
                  <a:srgbClr val="F4F8F7"/>
                </a:solidFill>
                <a:latin typeface="Aptos"/>
              </a:defRPr>
            </a:pPr>
            <a:r>
              <a:t>GGUF Q8_0 runtime artifact</a:t>
            </a:r>
          </a:p>
          <a:p>
            <a:pPr>
              <a:spcAft>
                <a:spcPts val="700"/>
              </a:spcAft>
              <a:defRPr sz="1500" b="0">
                <a:solidFill>
                  <a:srgbClr val="F4F8F7"/>
                </a:solidFill>
                <a:latin typeface="Aptos"/>
              </a:defRPr>
            </a:pPr>
            <a:r>
              <a:t>Inference via llama.cpp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192024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039112"/>
            <a:ext cx="311810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F66"/>
                </a:solidFill>
                <a:latin typeface="Aptos"/>
              </a:defRPr>
            </a:pPr>
            <a:r>
              <a:t>NO FINE-TUNING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496312"/>
            <a:ext cx="3118104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No fine-tuning or adapter is included. The model card explicitly describes use of the public base model without additional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874519"/>
            <a:ext cx="3520440" cy="192024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2039112"/>
            <a:ext cx="3118104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APPLICATION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496312"/>
            <a:ext cx="3118104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Python + FastAPI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Docker Compose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Map / forecast / AQ / route APIs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Heuristic ranking in application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40CD91"/>
                </a:solidFill>
                <a:latin typeface="Aptos"/>
              </a:defRPr>
            </a:pPr>
            <a:r>
              <a:t>OPEN PROJECT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106984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4F8F7"/>
                </a:solidFill>
                <a:latin typeface="Aptos"/>
              </a:defRPr>
            </a:pPr>
            <a:r>
              <a:t>GitHub source: github.com/nagartushar22/geoai-outdoor-assistant</a:t>
            </a:r>
          </a:p>
          <a:p>
            <a:pPr>
              <a:spcAft>
                <a:spcPts val="700"/>
              </a:spcAft>
              <a:defRPr sz="1600" b="0">
                <a:solidFill>
                  <a:srgbClr val="F4F8F7"/>
                </a:solidFill>
                <a:latin typeface="Aptos"/>
              </a:defRPr>
            </a:pPr>
            <a:r>
              <a:t>Model card: MODEL_CARD.md  •  Base model: huggingface.co/Qwen/Qwen3-1.7B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1C4C7"/>
                </a:solidFill>
                <a:latin typeface="Aptos"/>
              </a:defRPr>
            </a:pPr>
            <a:r>
              <a:t>License note: the project model card lists Apache-2.0 for the base model; review each upstream data/API policy separately.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19672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B1C4C7"/>
                </a:solidFill>
                <a:latin typeface="Aptos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0CD91"/>
                </a:solidFill>
                <a:latin typeface="Aptos"/>
              </a:defRPr>
            </a:pPr>
            <a:r>
              <a:t>GEOAI OUTDOOR ASSISTANT   /   05   •  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4F8F7"/>
                </a:solidFill>
                <a:latin typeface="Aptos"/>
              </a:defRPr>
            </a:pPr>
            <a:r>
              <a:t>Useful prototype. Honest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01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4C7"/>
                </a:solidFill>
                <a:latin typeface="Aptos"/>
              </a:defRPr>
            </a:pPr>
            <a:r>
              <a:t>The next milestone is a stable endpoint and measured validation—not stronger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303520" cy="219456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4901183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F66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2"/>
            <a:ext cx="4901183" cy="1435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• Forecast and map coverage can be incomplete or stale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• Ranking is heuristic, not a validated safety model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• Small model can misread ambiguous requests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• Public APIs have rate limits and availability constraints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• No measured accuracy / latency benchmark is claimed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303520" cy="2194560"/>
          </a:xfrm>
          <a:prstGeom prst="roundRect">
            <a:avLst/>
          </a:prstGeom>
          <a:solidFill>
            <a:srgbClr val="172E37"/>
          </a:solidFill>
          <a:ln>
            <a:solidFill>
              <a:srgbClr val="29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93392"/>
            <a:ext cx="4901183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0CD91"/>
                </a:solidFill>
                <a:latin typeface="Aptos"/>
              </a:defRPr>
            </a:pPr>
            <a:r>
              <a:t>NEXT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450592"/>
            <a:ext cx="4901183" cy="1435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1. Deploy app + model on an always-on HTTPS host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2. Add health checks, API-key handling and logs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3. Test representative locations, activities and edge cases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4. Measure latency, failures and ranking quality</a:t>
            </a:r>
          </a:p>
          <a:p>
            <a:pPr>
              <a:spcAft>
                <a:spcPts val="700"/>
              </a:spcAft>
              <a:defRPr sz="1400" b="0">
                <a:solidFill>
                  <a:srgbClr val="F4F8F7"/>
                </a:solidFill>
                <a:latin typeface="Aptos"/>
              </a:defRPr>
            </a:pPr>
            <a:r>
              <a:t>5. Document endpoint and demo steps for judges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40CD91"/>
                </a:solidFill>
                <a:latin typeface="Aptos"/>
              </a:defRPr>
            </a:pPr>
            <a:r>
              <a:t>REPOSITORY &amp;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4F8F7"/>
                </a:solidFill>
                <a:latin typeface="Aptos"/>
              </a:defRPr>
            </a:pPr>
            <a:r>
              <a:t>github.com/nagartushar22/geoai-outdoor-assistant</a:t>
            </a:r>
          </a:p>
          <a:p>
            <a:pPr>
              <a:spcAft>
                <a:spcPts val="700"/>
              </a:spcAft>
              <a:defRPr sz="1700" b="0">
                <a:solidFill>
                  <a:srgbClr val="F4F8F7"/>
                </a:solidFill>
                <a:latin typeface="Aptos"/>
              </a:defRPr>
            </a:pPr>
            <a:r>
              <a:t>huggingface.co/Qwen/Qwen3-1.7B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CF66"/>
                </a:solidFill>
                <a:latin typeface="Aptos"/>
              </a:defRPr>
            </a:pPr>
            <a:r>
              <a:t>Status: code and model setup documented; no permanent public API deployment is claimed in this deck.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519672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B1C4C7"/>
                </a:solidFill>
                <a:latin typeface="Aptos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